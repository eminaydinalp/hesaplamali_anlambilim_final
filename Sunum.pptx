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iMs0hNjLNqzkySJLAowO45nvR1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123F4F-E1FC-46BC-895D-31B129DF541E}">
  <a:tblStyle styleId="{DA123F4F-E1FC-46BC-895D-31B129DF54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566160" y="1856231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Hesaplamalı Anlambilim Final Çalışması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43000" y="2423160"/>
            <a:ext cx="9921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LLM'lerde Matematiksel Problem Çözme için Farklı LoRA İnce Ayar Yaklaşımlarının Değerlendirilmesi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886200" y="434340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Muhammet Emin AYDINALP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25501819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Problem ve Motivasyon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85800" y="1417320"/>
            <a:ext cx="5257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Matematiksel sözel problemler LLM'lerde akıl yürütmeyi ölçmek için kullanılır.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Modelin nicelikleri ayırması, ilişkileri kurması ve hesap sırasını takip etmesi gerekir.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Bu çalışmada öğretmen çözümüyle yapılan küçük güncellemelerin etkisi incelendi.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537950" y="2011674"/>
            <a:ext cx="4892100" cy="18144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537946" y="2011674"/>
            <a:ext cx="99600" cy="18144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793992" y="2267712"/>
            <a:ext cx="445312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M1'in yanlış yaptığı bir soru öğretildiğinde, bu bilgi benzer sorulara ve bağımsız test kümesine aktarılabilir mi?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Veri ve Modeller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94350" y="1143000"/>
            <a:ext cx="3520500" cy="12276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94345" y="1143000"/>
            <a:ext cx="73200" cy="1227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50392" y="1325880"/>
            <a:ext cx="3136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GSM8K_TR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50392" y="178308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Türkçe matematiksel sözel problem veri kümesi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370825" y="1143000"/>
            <a:ext cx="3520500" cy="12276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370823" y="1143000"/>
            <a:ext cx="73200" cy="12276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626864" y="1325880"/>
            <a:ext cx="3136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Qwen3.5-4B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4626864" y="178308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Temel model, çalışmada M1 olarak kullanıldı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147300" y="1143000"/>
            <a:ext cx="3520500" cy="12276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147299" y="1143000"/>
            <a:ext cx="73200" cy="1227600"/>
          </a:xfrm>
          <a:prstGeom prst="rect">
            <a:avLst/>
          </a:prstGeom>
          <a:solidFill>
            <a:srgbClr val="B453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403336" y="1325880"/>
            <a:ext cx="3136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gpt-oss-120b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8403336" y="178308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Öğretmen çözümü ve benzer soru üretimi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822960" y="297180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Sabit test kümesi: 500 soru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Eğitim kümesi: M1'in yanlış yaptığı ve öğretmen modelle doğrulanan 500 soru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Eğitim ve test kümeleri arasında çakışma yoktur.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Deney Akışı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94350" y="896097"/>
            <a:ext cx="2560200" cy="8901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94360" y="896112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704088" y="1033271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704088" y="1325880"/>
            <a:ext cx="23591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M1 GSM8K_TR üzerinde değerlendirilir.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410700" y="896098"/>
            <a:ext cx="2560200" cy="8901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410712" y="896112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3520440" y="1033271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3520440" y="1325880"/>
            <a:ext cx="23591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Yanlış çözülen sorular belirlenir.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27075" y="896097"/>
            <a:ext cx="2560200" cy="8901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27064" y="896112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6336792" y="1033271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336792" y="1325880"/>
            <a:ext cx="23591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Öğretmen modelden doğru çözüm alınır.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043425" y="896097"/>
            <a:ext cx="2560200" cy="8901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9043416" y="896112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153144" y="1033271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153144" y="1325880"/>
            <a:ext cx="23591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Aynı yapıda benzer soru üretilir.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3154550" y="1261875"/>
            <a:ext cx="13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5957344" y="1261879"/>
            <a:ext cx="7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814750" y="1248950"/>
            <a:ext cx="22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068476" y="1786200"/>
            <a:ext cx="50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855625" y="2215250"/>
            <a:ext cx="4434900" cy="7956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855613" y="2215252"/>
            <a:ext cx="4434900" cy="63900"/>
          </a:xfrm>
          <a:prstGeom prst="rect">
            <a:avLst/>
          </a:prstGeom>
          <a:solidFill>
            <a:srgbClr val="B453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3965341" y="2352412"/>
            <a:ext cx="38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3965341" y="2645020"/>
            <a:ext cx="42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Aktif adapter'dan aday adapter oluşturulur, tek soru-cevap çiftiyle 3 epoch eğitilir.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678573" y="3010780"/>
            <a:ext cx="25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174885" y="3010780"/>
            <a:ext cx="25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026825" y="3285100"/>
            <a:ext cx="3977700" cy="8901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026830" y="3285100"/>
            <a:ext cx="73200" cy="890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2255413" y="342226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Selective kararı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2255413" y="3714868"/>
            <a:ext cx="35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Benzer soru doğruysa aday adapter kabul edilir. Yanlışsa güncelleme geri alınır.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187325" y="3285100"/>
            <a:ext cx="3977700" cy="8901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187327" y="3285100"/>
            <a:ext cx="73200" cy="8901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6415933" y="342226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Blind kararı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415933" y="3714868"/>
            <a:ext cx="35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Benzer soru sonucu kaydedilir. Doğru ya da yanlış olsa da güncelleme tutulur.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4641929" y="4216055"/>
            <a:ext cx="38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7193200" y="4221700"/>
            <a:ext cx="25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855675" y="4594850"/>
            <a:ext cx="4480500" cy="6996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855668" y="4594848"/>
            <a:ext cx="4480500" cy="63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3965396" y="4732008"/>
            <a:ext cx="38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3965396" y="5024616"/>
            <a:ext cx="4279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Benzer sorular üzerinde genel değerlendirme yapılır.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876530" y="5321804"/>
            <a:ext cx="22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855700" y="5596125"/>
            <a:ext cx="4480500" cy="6996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3855706" y="5596124"/>
            <a:ext cx="4480500" cy="63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3965434" y="5733284"/>
            <a:ext cx="38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3965434" y="6025892"/>
            <a:ext cx="4279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Bağımsız final test kümesinde karşılaştırma yapılır.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Benzer Soru Başarısı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94360" y="1325880"/>
            <a:ext cx="608076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imilar_learning_curve.png"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1" y="1471128"/>
            <a:ext cx="5843016" cy="35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/>
          <p:nvPr/>
        </p:nvSpPr>
        <p:spPr>
          <a:xfrm>
            <a:off x="6949440" y="1005840"/>
            <a:ext cx="4617720" cy="1078992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949440" y="100584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7205472" y="1188720"/>
            <a:ext cx="4233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405 / 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7205472" y="1645920"/>
            <a:ext cx="4233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Selective doğru sayısı, doğruluk 0.810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949440" y="2331720"/>
            <a:ext cx="4617720" cy="1078992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949440" y="2331720"/>
            <a:ext cx="73152" cy="1078992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7205472" y="2514600"/>
            <a:ext cx="4233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389 / 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7205472" y="2971800"/>
            <a:ext cx="4233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Blind doğru sayısı, doğruluk 0.778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949450" y="3657600"/>
            <a:ext cx="4617600" cy="1689900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949455" y="3657600"/>
            <a:ext cx="73200" cy="1689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7205472" y="3913632"/>
            <a:ext cx="41788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Benzer soru ölçütünde Selective, zararlı görünen güncellemeleri elediği için öne çıktı.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Bağımsız Test Başarısı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94360" y="1234440"/>
            <a:ext cx="594360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_accuracy.png" id="194" name="Google Shape;1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1" y="1531620"/>
            <a:ext cx="5705856" cy="35661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6"/>
          <p:cNvGraphicFramePr/>
          <p:nvPr/>
        </p:nvGraphicFramePr>
        <p:xfrm>
          <a:off x="6962363" y="184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{DA123F4F-E1FC-46BC-895D-31B129DF541E}</a:tableStyleId>
              </a:tblPr>
              <a:tblGrid>
                <a:gridCol w="1617725"/>
                <a:gridCol w="1617725"/>
                <a:gridCol w="1617725"/>
              </a:tblGrid>
              <a:tr h="25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Doğruluk Oranı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Doğruluk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290 / 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Selective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274 / 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Blind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296 / 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0.592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Düzeltme ve Bozma Dengesi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94360" y="1234440"/>
            <a:ext cx="598932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_transitions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1" y="1517332"/>
            <a:ext cx="5751576" cy="359473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903720" y="1508760"/>
            <a:ext cx="443484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Selective: 79 eski hatayı düzeltti, 95 eski doğruyu bozdu.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Blind: 85 eski hatayı düzeltti, 79 eski doğruyu bozdu.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Net etki: Selective -16, Blind +6.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Sonuç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11384280" y="65653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 /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685800" y="1097280"/>
            <a:ext cx="108813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Öğretmen çözümüyle yapılan tek örneklik LoRA güncellemesi benzer sorulara aktarım sağlayabiliyor.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Benzer soru başarısı bağımsız test başarısını doğrudan garanti etmiyor.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Selective yerel başarıda daha iyi, final testte daha zayıf kaldı.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Blind daha basit olmasına rağmen bu deney koşullarında daha iyi genelledi.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77240" y="3886200"/>
            <a:ext cx="10652760" cy="1664208"/>
          </a:xfrm>
          <a:prstGeom prst="rect">
            <a:avLst/>
          </a:prstGeom>
          <a:solidFill>
            <a:srgbClr val="F6F7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77240" y="3886200"/>
            <a:ext cx="73152" cy="1664208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1051560" y="406908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Gelecek Çalışmalar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1051560" y="443484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Gelecek çalışmalarda genel performansı koruyacak güncelleme kabul kuralları geliştirilebilir.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Daha çok veri seti ile ve farklı çözümler ile eğitim yapılabilir.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Sadece sayısal cevap değil de çözümün tamamına odaklanan değerlendirme metrikleri kullanılabilir.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Muhammet Emin AYDINALP</dc:creator>
</cp:coreProperties>
</file>